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9DD7D-A650-5D22-C3F6-9573C3218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ADC9FA-FBDB-F84A-A63F-7417BB6EE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80E455-592B-08D7-15D6-AC80C76C3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442E65-9027-667C-7086-205345B4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18FA15-5712-ABCE-A743-F537B71B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35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32CE7F-FF70-1E55-D6B2-C1BAF91C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B30C4F-A2BA-1291-8B18-2ED3F03E2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7DA5EF-ED7C-41A8-2E76-1F3D197D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BACBE8-74B8-155F-1AAD-FAFC9A4C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C18464-5DFD-9C4D-641C-5471877D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07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F9055F-1BAD-EFD6-D773-A7403ED1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35C537-AED5-F016-5318-6192738E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608EE3-382C-1C68-88AC-8C840336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21D78-8B25-43D8-1A82-A23DAAA0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6AAB18-4E61-2E73-6E54-CA5A6096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46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86E1AA-1A28-2CEC-35B3-AC3D4D9A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C8FBA5-D2FF-FDFF-FF77-5676A184F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D3C6BB-A401-7A52-5C30-09CBF101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25DDF5-0E15-6B18-96E0-58B17EB0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9B960B-27F1-A495-954A-AE7C174B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012F1B-DBBA-32AB-74F1-3A644875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68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BEB10-B49B-7445-6692-15541A9D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CD887A-7D96-E0AE-4B28-A66048A52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B5D309-97C2-C259-8EF7-137370E09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A80522-7B18-D19F-A33D-2C55CAFF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9A83B68-26F7-9B01-E4BC-914131364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DAF330A-9951-29C0-11F8-8D7E5DE6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104F694-4F03-2D3F-262A-DB4776A3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5533320-11AF-4940-1B39-D58C1EC1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89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5CF1F5-C9AF-0F79-48B7-F520A1E9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4F833C-558C-E21D-7907-7B2E089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AC9565-5D92-3CF8-1296-CB32683D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86E56A-256F-7F12-3FE7-7BEF6962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33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43CC05-5FAF-0658-D320-42E18574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B6930F-84BF-7294-D216-6E246947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E30337-B185-7860-D924-FC3D854A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037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63591-F2F4-A317-0651-EBF9EBF8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03942A-AB6E-9CF3-607D-EC05094A6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BED552-4362-B7EF-28F4-B79227DF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12BDF1-EF18-08FB-3B45-7EA4C016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0E2701-A5DD-0C1F-B2EB-45DA17AF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A5CB2B-CBB8-7D6D-1070-6F7E024E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3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2DBCC7-3064-1964-2814-CE1BA160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A21D3C-742C-2C9C-D90C-546663E2F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AC9232-7708-7456-2E50-AB3DCD20A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89E00D-C933-C0CF-E499-7569C900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80A34C-D6AE-7B11-09BF-C10E7FC3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3C8F1E-FAEA-67E2-9A3A-BB58D84E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895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092C6D-A0CF-0D47-7302-E3FAD9C0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123C45-41C6-6554-3355-71051F339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5D4406-0F30-76E7-104C-AC4AB2371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EB883E-FBA7-A25B-B071-7002842F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576435-0F07-1741-988D-DC7C7CA2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18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2038E6-108C-CB0C-0C0C-50D012F2B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B96248-F9D4-25CA-A84F-6652C1300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B8F53C-BF65-FBBA-ACFD-9E4728D9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ADEAD6-3E8C-AA03-6184-2D13C6C8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F6D262-0AE3-7919-6C0B-9DC4A1A3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71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624F84-5C49-282F-DE6C-609B99D2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546C1A-9084-4C46-EA96-08029BB01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008769-8B15-AABE-5874-7E9480C02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457D5-37DC-43AE-842B-9D6559C5FA51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0B809F-958B-A433-6065-E36CF5282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9DE67D-2015-D45F-FF44-8E8A609E4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D92F1-6D31-466C-8347-3D8F0361C1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8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ED5DF0-7090-800D-95C0-701356F0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F815918-CCA0-2E77-58D6-9EA74A272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7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1604F7-A9C0-D4F7-281A-730C9BB9C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0AD632-8A1C-F17A-7F38-6108B7DC7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28EBB3-A081-3C04-5429-3A2D57150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" y="0"/>
            <a:ext cx="12189969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D05A5B0-C09B-B8B2-F6E3-413617B1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17" y="1872267"/>
            <a:ext cx="2977526" cy="297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8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B90DBC-CFCE-A9CB-29B0-8173D831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9EBDDB-B867-EBE1-902A-9DE53F5B8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68A8528-9741-DC9F-5CEC-8D14BFF32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" y="0"/>
            <a:ext cx="12189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4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貞明 林</dc:creator>
  <cp:lastModifiedBy>翔 大久保</cp:lastModifiedBy>
  <cp:revision>2</cp:revision>
  <dcterms:created xsi:type="dcterms:W3CDTF">2024-04-28T12:48:00Z</dcterms:created>
  <dcterms:modified xsi:type="dcterms:W3CDTF">2026-04-27T14:28:03Z</dcterms:modified>
</cp:coreProperties>
</file>